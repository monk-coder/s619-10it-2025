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1074D4-5323-4C31-B543-6FBEBB2D7AE6}" v="35" dt="2026-01-20T17:01:08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 descr="Изображение выглядит как текст, снимок экрана, Графика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28EA26-27C0-A13F-9103-CB08252E3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4315D-ABF3-FA1C-51D1-5E8CCA7A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 descr="Изображение выглядит как текст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3FDEA26-F133-60CB-C1D5-B8974E6BD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02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FB20D-4B92-7519-F785-1E6A1665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 descr="Изображение выглядит как одежда, женщина, снимок экрана, челов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A404D4-2BF4-078B-4D34-518BB98DE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4"/>
            <a:ext cx="12192000" cy="685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5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196C0-4679-AEC1-EDA3-39BBC7B6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 descr="Изображение выглядит как текст, снимок экрана, компьютер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6D482F-7CD4-E3FB-444C-944B43D6F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28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B6D8E-1F96-100C-382C-AAC8C798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 descr="Изображение выглядит как зарисовка, мальчик, Человеческое лицо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D50AA2-0F7A-2A2A-3011-5125C34C3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0092"/>
            <a:ext cx="12202885" cy="686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08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692A0-9D50-3C14-2C8D-14E89064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 descr="Изображение выглядит как текст, зам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F1550A-B5C5-4E93-75A8-D7528C0966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3109"/>
            <a:ext cx="12206377" cy="687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27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6D6B0-5848-78CF-584E-C2608AC02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 descr="Изображение выглядит как текст, снимок экрана, Печать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C4EEC75-92D6-05F0-895F-82A2B4F63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4"/>
            <a:ext cx="12181114" cy="684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036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created xsi:type="dcterms:W3CDTF">2026-01-20T16:59:00Z</dcterms:created>
  <dcterms:modified xsi:type="dcterms:W3CDTF">2026-01-20T17:02:30Z</dcterms:modified>
</cp:coreProperties>
</file>